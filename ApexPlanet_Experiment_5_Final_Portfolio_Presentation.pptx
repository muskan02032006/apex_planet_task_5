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8ECA2-BAFB-4264-A151-B7BD3D7AAA8B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0D48D-B294-4867-8B45-C1CB1370F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42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3657600" cy="3785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EFB44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772400" cy="128394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Internship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795527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D2DCE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Capstone Integration &amp; Portfolio Finalization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1097280" cy="64008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4617720"/>
            <a:ext cx="5029200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Prepared by Muskan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9875520" cy="363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D2DCE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• Pandas • SQL • Power BI • Data Storytelling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82880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28B8C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2412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Turn raw sales data into clear, validated, and actionable business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91440" cy="2057400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2907792"/>
            <a:ext cx="295351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01568"/>
            <a:ext cx="2953512" cy="7478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Cleaned the dataset, handled missing values and duplicate records, and prepared data for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7432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16552" y="2743200"/>
            <a:ext cx="91440" cy="2057400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2907792"/>
            <a:ext cx="295351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01568"/>
            <a:ext cx="295351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Explored sales trends and practiced SQL queries to answer business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7432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55864" y="2743200"/>
            <a:ext cx="91440" cy="2057400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57032" y="2907792"/>
            <a:ext cx="295351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401568"/>
            <a:ext cx="2953512" cy="7478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Built dashboards and customer-focused views to communicate patterns and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Projects Completed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91440" cy="1828800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2803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Task 1 • Data Immersion &amp; Wrangling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482803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Prepared and cleaned the sales dataset using Python and Pandas. Addressed missing values and duplicate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91440" cy="1828800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82803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Task 2 • EDA &amp; Business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82803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Explored patterns in sales data and used SQL queries to investigate trends and summarize findings.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52120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91440" cy="1828800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3685032"/>
            <a:ext cx="482803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Task 3 • Deep-Dive &amp; Interactive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78808"/>
            <a:ext cx="482803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Used Power BI to explore customer segmentation and build interactive views of customer and sales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2120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91440" cy="1828800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9088" y="3685032"/>
            <a:ext cx="482803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Task 4 • Data Storytelling &amp;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78808"/>
            <a:ext cx="482803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Presented sales findings, tested a category-related hypothesis, and translated observations into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Sales Dashboard: 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514600" cy="109728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2212848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22402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₹139.40M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2240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Overall revenue generated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00200"/>
            <a:ext cx="2514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84448" y="1600200"/>
            <a:ext cx="2514600" cy="109728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30752" y="1874519"/>
            <a:ext cx="2212848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304288"/>
            <a:ext cx="22402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880360"/>
            <a:ext cx="2240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Unique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600200"/>
            <a:ext cx="2514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37376" y="1600200"/>
            <a:ext cx="2514600" cy="109728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19"/>
            <a:ext cx="2212848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304288"/>
            <a:ext cx="22402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₹140.52K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880360"/>
            <a:ext cx="2240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Average revenue per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1600200"/>
            <a:ext cx="2514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90304" y="1600200"/>
            <a:ext cx="2514600" cy="109728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36608" y="1874519"/>
            <a:ext cx="2212848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2304288"/>
            <a:ext cx="22402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5,435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880360"/>
            <a:ext cx="2240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F6976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Units sold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10241280" cy="44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high-level view of revenue, transaction volume, order value, and quantity sold.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Sales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91440" cy="2011680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304495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304495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Electronics generated ₹50.78M, approximately 36.4% of total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91440" cy="2011680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4495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Monthly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304495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March was the highest month (₹13.06M); September was the lowest (₹9.18M).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91440" cy="2011680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04495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044952" cy="5478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Patna recorded the highest city sales total at approximately ₹19.29M.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2926080" cy="44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28B8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051560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Review Electronics inventory and profitability before increasing investment.</a:t>
            </a:r>
          </a:p>
          <a:p>
            <a:pPr>
              <a:spcAft>
                <a:spcPts val="1600"/>
              </a:spcAft>
              <a:defRPr sz="150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Investigate reasons for monthly peaks and dips before planning promotions.</a:t>
            </a:r>
          </a:p>
          <a:p>
            <a:pPr>
              <a:spcAft>
                <a:spcPts val="1600"/>
              </a:spcAft>
              <a:defRPr sz="150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Compare customer mix, order frequency, and average order value across cities.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 &amp; Customer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91440" cy="3429000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8408" y="1581912"/>
            <a:ext cx="469087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4690872" cy="21072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H₀: Row-level sales-value distributions are the same across product categories.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Test statistic H = 2.007 • df = 4 • p = 0.735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At α = 0.05, p &gt; 0.05, so the null hypothesis was not rejected. The sample did not show statistically significant evidence of a category difference.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749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91440" cy="3429000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3368" y="1581912"/>
            <a:ext cx="469087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75688"/>
            <a:ext cx="4690872" cy="152759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saved customer summary showed 947 customers. At-Risk Customers were the largest displayed segment and had the highest average Recency in the referenced dashboard screenshot.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Treat these patterns as prompts for follow-up. Confirm segment rules and test the impact of dashboard slicers.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&amp; 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91440" cy="3383280"/>
          </a:xfrm>
          <a:prstGeom prst="rect">
            <a:avLst/>
          </a:prstGeom>
          <a:solidFill>
            <a:srgbClr val="31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8408" y="1581912"/>
            <a:ext cx="295351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2953512" cy="179690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and Pandas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Exploratory data analysis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and SQL queries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Power BI dashboards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storytelling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Statistical hypothesis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16552" y="1417320"/>
            <a:ext cx="91440" cy="3383280"/>
          </a:xfrm>
          <a:prstGeom prst="rect">
            <a:avLst/>
          </a:prstGeom>
          <a:solidFill>
            <a:srgbClr val="22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295351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I 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2953512" cy="15070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Prepare data before analysis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Ask clear business questions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interpretations with evidence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Communicate insights visually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Document work professionally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55864" y="1417320"/>
            <a:ext cx="91440" cy="3383280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7032" y="1581912"/>
            <a:ext cx="2953512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20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075688"/>
            <a:ext cx="2953512" cy="15070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Organize projects in GitHub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Maintain clear READMEs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Link task-specific repositories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Review deliverables for clarity</a:t>
            </a:r>
          </a:p>
          <a:p>
            <a:pPr>
              <a:spcAft>
                <a:spcPts val="700"/>
              </a:spcAft>
              <a:defRPr sz="1300" b="0">
                <a:solidFill>
                  <a:srgbClr val="2A303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Explain work and reflect on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FD5870-1F67-3F96-DE72-24A576ED1B21}"/>
              </a:ext>
            </a:extLst>
          </p:cNvPr>
          <p:cNvSpPr txBox="1"/>
          <p:nvPr/>
        </p:nvSpPr>
        <p:spPr>
          <a:xfrm>
            <a:off x="639096" y="541217"/>
            <a:ext cx="6096000" cy="113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endParaRPr lang="en-IN" sz="3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06D33-B4A0-1F9E-ED02-D891AC2D0747}"/>
              </a:ext>
            </a:extLst>
          </p:cNvPr>
          <p:cNvSpPr/>
          <p:nvPr/>
        </p:nvSpPr>
        <p:spPr>
          <a:xfrm>
            <a:off x="868680" y="1353312"/>
            <a:ext cx="1097280" cy="64008"/>
          </a:xfrm>
          <a:prstGeom prst="rect">
            <a:avLst/>
          </a:prstGeom>
          <a:solidFill>
            <a:srgbClr val="EF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E5BB5-147F-AF81-20DF-7B1A4CEB2025}"/>
              </a:ext>
            </a:extLst>
          </p:cNvPr>
          <p:cNvSpPr txBox="1"/>
          <p:nvPr/>
        </p:nvSpPr>
        <p:spPr>
          <a:xfrm>
            <a:off x="1417320" y="1901938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E1E8F2"/>
                </a:solidFill>
                <a:latin typeface="Aptos"/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strengthened my practical understanding of the data analytics workflow—from cleaning and querying data to visualizing findings and communicating recommendations.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55A10-91C9-7A96-4C6D-C4384DFAB550}"/>
              </a:ext>
            </a:extLst>
          </p:cNvPr>
          <p:cNvSpPr txBox="1"/>
          <p:nvPr/>
        </p:nvSpPr>
        <p:spPr>
          <a:xfrm>
            <a:off x="1417320" y="4104336"/>
            <a:ext cx="609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EFB446"/>
                </a:solidFill>
                <a:latin typeface="Aptos"/>
              </a:defRPr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GitHub Portfolio</a:t>
            </a:r>
          </a:p>
        </p:txBody>
      </p:sp>
    </p:spTree>
    <p:extLst>
      <p:ext uri="{BB962C8B-B14F-4D97-AF65-F5344CB8AC3E}">
        <p14:creationId xmlns:p14="http://schemas.microsoft.com/office/powerpoint/2010/main" val="258741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241636" y="2603582"/>
            <a:ext cx="36045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549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muska</dc:creator>
  <cp:keywords/>
  <dc:description>generated using python-pptx</dc:description>
  <cp:lastModifiedBy>muskansingh07052023@gmail.com</cp:lastModifiedBy>
  <cp:revision>2</cp:revision>
  <dcterms:created xsi:type="dcterms:W3CDTF">2013-01-27T09:14:16Z</dcterms:created>
  <dcterms:modified xsi:type="dcterms:W3CDTF">2026-10-24T17:16:10Z</dcterms:modified>
  <cp:category/>
</cp:coreProperties>
</file>